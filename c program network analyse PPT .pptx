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9" r:id="rId5"/>
    <p:sldId id="266" r:id="rId6"/>
    <p:sldId id="267" r:id="rId7"/>
    <p:sldId id="268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ri dharshan" initials="sd" lastIdx="1" clrIdx="0">
    <p:extLst>
      <p:ext uri="{19B8F6BF-5375-455C-9EA6-DF929625EA0E}">
        <p15:presenceInfo xmlns:p15="http://schemas.microsoft.com/office/powerpoint/2012/main" userId="4b086c4667f989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0D1E0-509A-4AEC-A8E7-13C969D4750D}" v="27" dt="2026-08-20T05:02:55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KUMAR S" userId="d86d87cf1c5c17cd" providerId="LiveId" clId="{B65AC093-77CA-408A-B4F4-FC9A47DFA826}"/>
    <pc:docChg chg="undo custSel addSld delSld modSld sldOrd">
      <pc:chgData name="DINESH KUMAR S" userId="d86d87cf1c5c17cd" providerId="LiveId" clId="{B65AC093-77CA-408A-B4F4-FC9A47DFA826}" dt="2026-08-20T05:08:18.025" v="148" actId="1076"/>
      <pc:docMkLst>
        <pc:docMk/>
      </pc:docMkLst>
      <pc:sldChg chg="modSp mod">
        <pc:chgData name="DINESH KUMAR S" userId="d86d87cf1c5c17cd" providerId="LiveId" clId="{B65AC093-77CA-408A-B4F4-FC9A47DFA826}" dt="2026-08-20T05:07:12.575" v="142" actId="1076"/>
        <pc:sldMkLst>
          <pc:docMk/>
          <pc:sldMk cId="3627488053" sldId="256"/>
        </pc:sldMkLst>
        <pc:spChg chg="mod">
          <ac:chgData name="DINESH KUMAR S" userId="d86d87cf1c5c17cd" providerId="LiveId" clId="{B65AC093-77CA-408A-B4F4-FC9A47DFA826}" dt="2026-08-20T05:07:12.575" v="142" actId="1076"/>
          <ac:spMkLst>
            <pc:docMk/>
            <pc:sldMk cId="3627488053" sldId="256"/>
            <ac:spMk id="7" creationId="{3AC71C37-C6E3-4B11-916E-0D80BDED1005}"/>
          </ac:spMkLst>
        </pc:spChg>
      </pc:sldChg>
      <pc:sldChg chg="delSp del mod">
        <pc:chgData name="DINESH KUMAR S" userId="d86d87cf1c5c17cd" providerId="LiveId" clId="{B65AC093-77CA-408A-B4F4-FC9A47DFA826}" dt="2026-08-20T04:43:25.904" v="2" actId="47"/>
        <pc:sldMkLst>
          <pc:docMk/>
          <pc:sldMk cId="4115523303" sldId="257"/>
        </pc:sldMkLst>
        <pc:picChg chg="del">
          <ac:chgData name="DINESH KUMAR S" userId="d86d87cf1c5c17cd" providerId="LiveId" clId="{B65AC093-77CA-408A-B4F4-FC9A47DFA826}" dt="2026-08-20T04:42:45.469" v="0" actId="478"/>
          <ac:picMkLst>
            <pc:docMk/>
            <pc:sldMk cId="4115523303" sldId="257"/>
            <ac:picMk id="9" creationId="{ABF64908-C8FC-4203-A507-1FAE30921332}"/>
          </ac:picMkLst>
        </pc:picChg>
      </pc:sldChg>
      <pc:sldChg chg="delSp del mod">
        <pc:chgData name="DINESH KUMAR S" userId="d86d87cf1c5c17cd" providerId="LiveId" clId="{B65AC093-77CA-408A-B4F4-FC9A47DFA826}" dt="2026-08-20T04:45:34.677" v="22" actId="47"/>
        <pc:sldMkLst>
          <pc:docMk/>
          <pc:sldMk cId="1225956632" sldId="258"/>
        </pc:sldMkLst>
        <pc:picChg chg="del">
          <ac:chgData name="DINESH KUMAR S" userId="d86d87cf1c5c17cd" providerId="LiveId" clId="{B65AC093-77CA-408A-B4F4-FC9A47DFA826}" dt="2026-08-20T04:44:49.224" v="14" actId="478"/>
          <ac:picMkLst>
            <pc:docMk/>
            <pc:sldMk cId="1225956632" sldId="258"/>
            <ac:picMk id="5" creationId="{16462E6F-58CF-491B-95F5-3DE9F97ECC71}"/>
          </ac:picMkLst>
        </pc:picChg>
      </pc:sldChg>
      <pc:sldChg chg="del ord">
        <pc:chgData name="DINESH KUMAR S" userId="d86d87cf1c5c17cd" providerId="LiveId" clId="{B65AC093-77CA-408A-B4F4-FC9A47DFA826}" dt="2026-08-20T05:02:54.072" v="133" actId="47"/>
        <pc:sldMkLst>
          <pc:docMk/>
          <pc:sldMk cId="2869980134" sldId="259"/>
        </pc:sldMkLst>
      </pc:sldChg>
      <pc:sldChg chg="delSp modSp del mod">
        <pc:chgData name="DINESH KUMAR S" userId="d86d87cf1c5c17cd" providerId="LiveId" clId="{B65AC093-77CA-408A-B4F4-FC9A47DFA826}" dt="2026-08-20T04:55:40.614" v="52" actId="47"/>
        <pc:sldMkLst>
          <pc:docMk/>
          <pc:sldMk cId="368022256" sldId="260"/>
        </pc:sldMkLst>
        <pc:spChg chg="mod">
          <ac:chgData name="DINESH KUMAR S" userId="d86d87cf1c5c17cd" providerId="LiveId" clId="{B65AC093-77CA-408A-B4F4-FC9A47DFA826}" dt="2026-08-20T04:54:05.287" v="41" actId="27636"/>
          <ac:spMkLst>
            <pc:docMk/>
            <pc:sldMk cId="368022256" sldId="260"/>
            <ac:spMk id="3" creationId="{1AB23E1D-1D37-4CBC-85A9-E66B3321EA9D}"/>
          </ac:spMkLst>
        </pc:spChg>
        <pc:spChg chg="del">
          <ac:chgData name="DINESH KUMAR S" userId="d86d87cf1c5c17cd" providerId="LiveId" clId="{B65AC093-77CA-408A-B4F4-FC9A47DFA826}" dt="2026-08-20T04:54:02.381" v="39" actId="478"/>
          <ac:spMkLst>
            <pc:docMk/>
            <pc:sldMk cId="368022256" sldId="260"/>
            <ac:spMk id="5" creationId="{77E0FE36-886F-471A-B567-37770B0B5685}"/>
          </ac:spMkLst>
        </pc:spChg>
        <pc:picChg chg="del">
          <ac:chgData name="DINESH KUMAR S" userId="d86d87cf1c5c17cd" providerId="LiveId" clId="{B65AC093-77CA-408A-B4F4-FC9A47DFA826}" dt="2026-08-20T04:53:32.742" v="38" actId="478"/>
          <ac:picMkLst>
            <pc:docMk/>
            <pc:sldMk cId="368022256" sldId="260"/>
            <ac:picMk id="3074" creationId="{3F283C33-DF9C-42D4-B763-045137FB4357}"/>
          </ac:picMkLst>
        </pc:picChg>
      </pc:sldChg>
      <pc:sldChg chg="del">
        <pc:chgData name="DINESH KUMAR S" userId="d86d87cf1c5c17cd" providerId="LiveId" clId="{B65AC093-77CA-408A-B4F4-FC9A47DFA826}" dt="2026-08-20T04:56:25.017" v="59" actId="47"/>
        <pc:sldMkLst>
          <pc:docMk/>
          <pc:sldMk cId="3458163732" sldId="261"/>
        </pc:sldMkLst>
      </pc:sldChg>
      <pc:sldChg chg="modSp del mod">
        <pc:chgData name="DINESH KUMAR S" userId="d86d87cf1c5c17cd" providerId="LiveId" clId="{B65AC093-77CA-408A-B4F4-FC9A47DFA826}" dt="2026-08-20T04:58:28.571" v="81" actId="47"/>
        <pc:sldMkLst>
          <pc:docMk/>
          <pc:sldMk cId="3100050421" sldId="262"/>
        </pc:sldMkLst>
        <pc:spChg chg="mod">
          <ac:chgData name="DINESH KUMAR S" userId="d86d87cf1c5c17cd" providerId="LiveId" clId="{B65AC093-77CA-408A-B4F4-FC9A47DFA826}" dt="2026-08-20T04:58:10.223" v="77" actId="27636"/>
          <ac:spMkLst>
            <pc:docMk/>
            <pc:sldMk cId="3100050421" sldId="262"/>
            <ac:spMk id="3" creationId="{AC5D45DA-FCA4-40A5-AEF7-3B10EF69261A}"/>
          </ac:spMkLst>
        </pc:spChg>
      </pc:sldChg>
      <pc:sldChg chg="modSp add mod">
        <pc:chgData name="DINESH KUMAR S" userId="d86d87cf1c5c17cd" providerId="LiveId" clId="{B65AC093-77CA-408A-B4F4-FC9A47DFA826}" dt="2026-08-20T05:07:38.147" v="143" actId="2711"/>
        <pc:sldMkLst>
          <pc:docMk/>
          <pc:sldMk cId="0" sldId="264"/>
        </pc:sldMkLst>
        <pc:spChg chg="mod">
          <ac:chgData name="DINESH KUMAR S" userId="d86d87cf1c5c17cd" providerId="LiveId" clId="{B65AC093-77CA-408A-B4F4-FC9A47DFA826}" dt="2026-08-20T04:43:34.365" v="5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INESH KUMAR S" userId="d86d87cf1c5c17cd" providerId="LiveId" clId="{B65AC093-77CA-408A-B4F4-FC9A47DFA826}" dt="2026-08-20T05:07:38.147" v="143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DINESH KUMAR S" userId="d86d87cf1c5c17cd" providerId="LiveId" clId="{B65AC093-77CA-408A-B4F4-FC9A47DFA826}" dt="2026-08-20T04:43:19.542" v="1"/>
          <ac:spMkLst>
            <pc:docMk/>
            <pc:sldMk cId="0" sldId="264"/>
            <ac:spMk id="6" creationId="{00000000-0000-0000-0000-000000000000}"/>
          </ac:spMkLst>
        </pc:spChg>
        <pc:spChg chg="mod">
          <ac:chgData name="DINESH KUMAR S" userId="d86d87cf1c5c17cd" providerId="LiveId" clId="{B65AC093-77CA-408A-B4F4-FC9A47DFA826}" dt="2026-08-20T04:43:19.542" v="1"/>
          <ac:spMkLst>
            <pc:docMk/>
            <pc:sldMk cId="0" sldId="264"/>
            <ac:spMk id="7" creationId="{00000000-0000-0000-0000-000000000000}"/>
          </ac:spMkLst>
        </pc:spChg>
      </pc:sldChg>
      <pc:sldChg chg="modSp add mod">
        <pc:chgData name="DINESH KUMAR S" userId="d86d87cf1c5c17cd" providerId="LiveId" clId="{B65AC093-77CA-408A-B4F4-FC9A47DFA826}" dt="2026-08-20T05:07:45.718" v="144" actId="2711"/>
        <pc:sldMkLst>
          <pc:docMk/>
          <pc:sldMk cId="1761235069" sldId="265"/>
        </pc:sldMkLst>
        <pc:spChg chg="mod">
          <ac:chgData name="DINESH KUMAR S" userId="d86d87cf1c5c17cd" providerId="LiveId" clId="{B65AC093-77CA-408A-B4F4-FC9A47DFA826}" dt="2026-08-20T04:45:41.956" v="24" actId="1076"/>
          <ac:spMkLst>
            <pc:docMk/>
            <pc:sldMk cId="1761235069" sldId="265"/>
            <ac:spMk id="2" creationId="{FD9FC20D-F241-D455-4FD4-AA1E87536D8A}"/>
          </ac:spMkLst>
        </pc:spChg>
        <pc:spChg chg="mod">
          <ac:chgData name="DINESH KUMAR S" userId="d86d87cf1c5c17cd" providerId="LiveId" clId="{B65AC093-77CA-408A-B4F4-FC9A47DFA826}" dt="2026-08-20T05:07:45.718" v="144" actId="2711"/>
          <ac:spMkLst>
            <pc:docMk/>
            <pc:sldMk cId="1761235069" sldId="265"/>
            <ac:spMk id="3" creationId="{69F6C75E-5123-0A54-A936-82F2D92B91A6}"/>
          </ac:spMkLst>
        </pc:spChg>
      </pc:sldChg>
      <pc:sldChg chg="modSp add mod">
        <pc:chgData name="DINESH KUMAR S" userId="d86d87cf1c5c17cd" providerId="LiveId" clId="{B65AC093-77CA-408A-B4F4-FC9A47DFA826}" dt="2026-08-20T04:55:44.768" v="53"/>
        <pc:sldMkLst>
          <pc:docMk/>
          <pc:sldMk cId="213528456" sldId="266"/>
        </pc:sldMkLst>
        <pc:spChg chg="mod">
          <ac:chgData name="DINESH KUMAR S" userId="d86d87cf1c5c17cd" providerId="LiveId" clId="{B65AC093-77CA-408A-B4F4-FC9A47DFA826}" dt="2026-08-20T04:55:44.768" v="53"/>
          <ac:spMkLst>
            <pc:docMk/>
            <pc:sldMk cId="213528456" sldId="266"/>
            <ac:spMk id="2" creationId="{B69C7941-FE9D-9F9B-D106-AB07D84DE287}"/>
          </ac:spMkLst>
        </pc:spChg>
        <pc:spChg chg="mod">
          <ac:chgData name="DINESH KUMAR S" userId="d86d87cf1c5c17cd" providerId="LiveId" clId="{B65AC093-77CA-408A-B4F4-FC9A47DFA826}" dt="2026-08-20T04:55:17.830" v="51" actId="20577"/>
          <ac:spMkLst>
            <pc:docMk/>
            <pc:sldMk cId="213528456" sldId="266"/>
            <ac:spMk id="3" creationId="{7AC400C3-97EC-7A25-DC09-91AB39F66474}"/>
          </ac:spMkLst>
        </pc:spChg>
      </pc:sldChg>
      <pc:sldChg chg="add del">
        <pc:chgData name="DINESH KUMAR S" userId="d86d87cf1c5c17cd" providerId="LiveId" clId="{B65AC093-77CA-408A-B4F4-FC9A47DFA826}" dt="2026-08-20T04:56:14.534" v="57" actId="47"/>
        <pc:sldMkLst>
          <pc:docMk/>
          <pc:sldMk cId="2499005693" sldId="267"/>
        </pc:sldMkLst>
      </pc:sldChg>
      <pc:sldChg chg="addSp modSp add mod">
        <pc:chgData name="DINESH KUMAR S" userId="d86d87cf1c5c17cd" providerId="LiveId" clId="{B65AC093-77CA-408A-B4F4-FC9A47DFA826}" dt="2026-08-20T05:07:56.182" v="145" actId="2711"/>
        <pc:sldMkLst>
          <pc:docMk/>
          <pc:sldMk cId="3107250097" sldId="267"/>
        </pc:sldMkLst>
        <pc:spChg chg="mod">
          <ac:chgData name="DINESH KUMAR S" userId="d86d87cf1c5c17cd" providerId="LiveId" clId="{B65AC093-77CA-408A-B4F4-FC9A47DFA826}" dt="2026-08-20T04:56:33.764" v="61" actId="1076"/>
          <ac:spMkLst>
            <pc:docMk/>
            <pc:sldMk cId="3107250097" sldId="267"/>
            <ac:spMk id="2" creationId="{2C60F4A8-DA18-8C9A-B0C8-CA454F9898BF}"/>
          </ac:spMkLst>
        </pc:spChg>
        <pc:spChg chg="mod">
          <ac:chgData name="DINESH KUMAR S" userId="d86d87cf1c5c17cd" providerId="LiveId" clId="{B65AC093-77CA-408A-B4F4-FC9A47DFA826}" dt="2026-08-20T05:07:56.182" v="145" actId="2711"/>
          <ac:spMkLst>
            <pc:docMk/>
            <pc:sldMk cId="3107250097" sldId="267"/>
            <ac:spMk id="3" creationId="{2661D8D3-E0BB-7B64-9091-C298C9550173}"/>
          </ac:spMkLst>
        </pc:spChg>
        <pc:picChg chg="add mod">
          <ac:chgData name="DINESH KUMAR S" userId="d86d87cf1c5c17cd" providerId="LiveId" clId="{B65AC093-77CA-408A-B4F4-FC9A47DFA826}" dt="2026-08-20T04:57:22.723" v="72" actId="14100"/>
          <ac:picMkLst>
            <pc:docMk/>
            <pc:sldMk cId="3107250097" sldId="267"/>
            <ac:picMk id="9" creationId="{C12BFBCC-BAF3-8879-8401-D99F10286BE5}"/>
          </ac:picMkLst>
        </pc:picChg>
      </pc:sldChg>
      <pc:sldChg chg="addSp delSp modSp add mod">
        <pc:chgData name="DINESH KUMAR S" userId="d86d87cf1c5c17cd" providerId="LiveId" clId="{B65AC093-77CA-408A-B4F4-FC9A47DFA826}" dt="2026-08-20T05:08:18.025" v="148" actId="1076"/>
        <pc:sldMkLst>
          <pc:docMk/>
          <pc:sldMk cId="315563493" sldId="268"/>
        </pc:sldMkLst>
        <pc:spChg chg="mod">
          <ac:chgData name="DINESH KUMAR S" userId="d86d87cf1c5c17cd" providerId="LiveId" clId="{B65AC093-77CA-408A-B4F4-FC9A47DFA826}" dt="2026-08-20T04:58:33.996" v="83" actId="1076"/>
          <ac:spMkLst>
            <pc:docMk/>
            <pc:sldMk cId="315563493" sldId="268"/>
            <ac:spMk id="2" creationId="{F2B080B8-49E0-1883-A348-DBA6B46D7859}"/>
          </ac:spMkLst>
        </pc:spChg>
        <pc:spChg chg="mod">
          <ac:chgData name="DINESH KUMAR S" userId="d86d87cf1c5c17cd" providerId="LiveId" clId="{B65AC093-77CA-408A-B4F4-FC9A47DFA826}" dt="2026-08-20T05:08:06.116" v="146" actId="2711"/>
          <ac:spMkLst>
            <pc:docMk/>
            <pc:sldMk cId="315563493" sldId="268"/>
            <ac:spMk id="3" creationId="{A4E7E693-A3A0-02DF-B672-0D52CF1AC771}"/>
          </ac:spMkLst>
        </pc:spChg>
        <pc:spChg chg="add mod">
          <ac:chgData name="DINESH KUMAR S" userId="d86d87cf1c5c17cd" providerId="LiveId" clId="{B65AC093-77CA-408A-B4F4-FC9A47DFA826}" dt="2026-08-20T05:08:18.025" v="148" actId="1076"/>
          <ac:spMkLst>
            <pc:docMk/>
            <pc:sldMk cId="315563493" sldId="268"/>
            <ac:spMk id="10" creationId="{3774E5FF-91E7-232C-B6BE-7A27029E4600}"/>
          </ac:spMkLst>
        </pc:spChg>
        <pc:picChg chg="del">
          <ac:chgData name="DINESH KUMAR S" userId="d86d87cf1c5c17cd" providerId="LiveId" clId="{B65AC093-77CA-408A-B4F4-FC9A47DFA826}" dt="2026-08-20T04:58:20.695" v="79" actId="478"/>
          <ac:picMkLst>
            <pc:docMk/>
            <pc:sldMk cId="315563493" sldId="268"/>
            <ac:picMk id="9" creationId="{3A7B9279-70AD-AE56-3C63-AC1F87E59C08}"/>
          </ac:picMkLst>
        </pc:picChg>
      </pc:sldChg>
      <pc:sldChg chg="addSp delSp modSp add mod">
        <pc:chgData name="DINESH KUMAR S" userId="d86d87cf1c5c17cd" providerId="LiveId" clId="{B65AC093-77CA-408A-B4F4-FC9A47DFA826}" dt="2026-08-20T05:06:46.412" v="139" actId="478"/>
        <pc:sldMkLst>
          <pc:docMk/>
          <pc:sldMk cId="2536613636" sldId="269"/>
        </pc:sldMkLst>
        <pc:spChg chg="mod">
          <ac:chgData name="DINESH KUMAR S" userId="d86d87cf1c5c17cd" providerId="LiveId" clId="{B65AC093-77CA-408A-B4F4-FC9A47DFA826}" dt="2026-08-20T05:02:46.129" v="129" actId="1076"/>
          <ac:spMkLst>
            <pc:docMk/>
            <pc:sldMk cId="2536613636" sldId="269"/>
            <ac:spMk id="2" creationId="{05333DDA-6672-9E64-4ECF-460377586525}"/>
          </ac:spMkLst>
        </pc:spChg>
        <pc:spChg chg="del mod">
          <ac:chgData name="DINESH KUMAR S" userId="d86d87cf1c5c17cd" providerId="LiveId" clId="{B65AC093-77CA-408A-B4F4-FC9A47DFA826}" dt="2026-08-20T05:02:49.006" v="132"/>
          <ac:spMkLst>
            <pc:docMk/>
            <pc:sldMk cId="2536613636" sldId="269"/>
            <ac:spMk id="3" creationId="{F7B5C5C3-3C1D-5403-A845-B45D146BA108}"/>
          </ac:spMkLst>
        </pc:spChg>
        <pc:spChg chg="add del mod">
          <ac:chgData name="DINESH KUMAR S" userId="d86d87cf1c5c17cd" providerId="LiveId" clId="{B65AC093-77CA-408A-B4F4-FC9A47DFA826}" dt="2026-08-20T05:06:46.412" v="139" actId="478"/>
          <ac:spMkLst>
            <pc:docMk/>
            <pc:sldMk cId="2536613636" sldId="269"/>
            <ac:spMk id="10" creationId="{E50ECA26-B6FD-773F-CC98-466C16618AF2}"/>
          </ac:spMkLst>
        </pc:spChg>
        <pc:picChg chg="add del mod">
          <ac:chgData name="DINESH KUMAR S" userId="d86d87cf1c5c17cd" providerId="LiveId" clId="{B65AC093-77CA-408A-B4F4-FC9A47DFA826}" dt="2026-08-20T05:06:34.558" v="135" actId="478"/>
          <ac:picMkLst>
            <pc:docMk/>
            <pc:sldMk cId="2536613636" sldId="269"/>
            <ac:picMk id="8" creationId="{ACD76A38-B330-8637-DF27-A99DF23E42D8}"/>
          </ac:picMkLst>
        </pc:picChg>
        <pc:picChg chg="add mod">
          <ac:chgData name="DINESH KUMAR S" userId="d86d87cf1c5c17cd" providerId="LiveId" clId="{B65AC093-77CA-408A-B4F4-FC9A47DFA826}" dt="2026-08-20T05:06:41.779" v="138" actId="14100"/>
          <ac:picMkLst>
            <pc:docMk/>
            <pc:sldMk cId="2536613636" sldId="269"/>
            <ac:picMk id="12" creationId="{E09FED53-15FE-7EBA-39F3-53CADED4030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D096-9CB7-4C93-9440-C2C9CC4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7EF6-3A1A-49C4-B6D3-98EC7C86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BA33-964C-4109-8830-43B12397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326BE-D9D4-4A4C-A9EF-7E3F8832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AAF1F-E92D-439A-A845-1CEAD0C0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1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42A3-B95B-4798-ADE5-1A3EE9A86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692E-15C0-483D-B184-5A7E924F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00EA0-82E6-492E-83E8-23FA6AB9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0568A-2EAD-4F53-A43A-FD71E141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D4487-AF81-4583-8806-BFE5386B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88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FAFB-4746-4C53-92D5-9DCA6EA4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C20CE-4BC2-4664-96FA-FE3ED237D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397D-633E-43D8-B6BF-F6B0BA7B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253EE-EF14-4040-BDE6-0BDEBAB8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E32D3-8046-40B1-93EE-116BEC26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60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3CC5-B56B-4141-948D-C073DBB8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C63CE-69CD-4606-A4BE-25CBF14FA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A69B4-96BD-4F4F-BA36-58371916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E7F40-B96A-4C9D-B127-26B7E0A4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95465-388A-428F-B3CD-E237DDD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60B66-1980-4935-9470-900C2CF8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9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83EE-FA08-409E-83F3-81189A8FE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B5931-2E41-4CB0-ABB7-515D2F43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C1A8F-D3EE-4AB9-AD6C-A3111E97A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A03AE6-159E-4999-AC95-523A6130B2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37600-E97D-4C5A-B353-1A09CB0C0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0D871-70E2-4BB0-9FA0-D72FAB1C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48A848-22E7-4BBD-8EBC-9EFAEB31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54011-8E5F-4597-9D74-20241A60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9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AD0C-8E64-4EBC-868D-398F017D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5C1D5-3280-43A7-8DCA-EE8BA865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30C08-F564-49DA-8077-EC63FE7A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2DF90-F91E-48BE-86DD-684ECBE4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9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CE07B-C57F-4A35-9550-90162167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7FCD9-5DCF-47E5-8248-1839C8C7C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B0F2C-93EE-4352-B875-F086A7FF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7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89C6-5D40-48F2-92C7-5CC25A38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08881-1EA2-4297-BE00-A5A8EA29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DE925-AF0A-4917-A0FE-91E7FEF5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2DCD2-F115-48C2-8CD3-5D7E9401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06D3E-CDAB-4A15-82A2-C8762286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AD1D3-1082-453E-97D9-5814F592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2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247A-DE37-48C1-8676-79C69895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08AAD-FB9A-41F6-B61F-D3D66287B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7A59A-1EDA-45FE-AD5D-488C00FE5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AA6A6-F01A-41F2-9B72-1BF9323F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A74F3-5F7C-47C8-92D7-7696D4B7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6CD0E-A8E9-4FD3-AE5C-2FAF2AB2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60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72CF-9C77-4131-94A2-C737E87B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C0D6B-FF7E-4CFB-8E88-E17D9FFA2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29630-8705-4752-962C-7848D351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EA0D2-A18A-421E-A534-CDDC584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E354-F506-4164-96CB-FB8D0A0A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3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80BA2-75CD-4D71-8631-3AD31F634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5C8F1-49F2-4C98-87D8-E8D5449C7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B2B9C-ECC3-4A72-864D-99299245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010D-30A0-4608-A183-CD2C2133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8115-2554-4F45-8D82-11E8CB99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64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912758-A1D2-438C-8C96-BCEF0E35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FB402-ADA8-4018-88F7-F0C8BC958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66E83-2036-4427-883B-403DA6E1F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67E18-90E8-4B18-9B08-8EDA4DE3101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C078-EC3C-42DD-9479-04652B8EA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C2537-AA46-40F9-921B-CF7BE5BB5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2DEEB-582C-4D65-B6CE-05465DC07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99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258DC088-9BEB-4007-B82E-C11A84098421}"/>
              </a:ext>
            </a:extLst>
          </p:cNvPr>
          <p:cNvSpPr txBox="1">
            <a:spLocks/>
          </p:cNvSpPr>
          <p:nvPr/>
        </p:nvSpPr>
        <p:spPr>
          <a:xfrm>
            <a:off x="867695" y="2363174"/>
            <a:ext cx="10456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3600"/>
            </a:pPr>
            <a:r>
              <a:rPr lang="en-GB" sz="3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Packet Analyzer and Traffic Monitoring Tool.</a:t>
            </a:r>
          </a:p>
        </p:txBody>
      </p:sp>
      <p:pic>
        <p:nvPicPr>
          <p:cNvPr id="5" name="Google Shape;16;p1">
            <a:extLst>
              <a:ext uri="{FF2B5EF4-FFF2-40B4-BE49-F238E27FC236}">
                <a16:creationId xmlns:a16="http://schemas.microsoft.com/office/drawing/2014/main" id="{C1715C45-658F-4053-B270-83A6F8CB90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569" y="416036"/>
            <a:ext cx="11886862" cy="13322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830165C0-3A9C-42A5-B949-A65A9C7DF400}"/>
              </a:ext>
            </a:extLst>
          </p:cNvPr>
          <p:cNvSpPr txBox="1"/>
          <p:nvPr/>
        </p:nvSpPr>
        <p:spPr>
          <a:xfrm>
            <a:off x="867695" y="4382247"/>
            <a:ext cx="6096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b="1" dirty="0"/>
          </a:p>
          <a:p>
            <a:pPr marL="0" indent="0">
              <a:buNone/>
            </a:pPr>
            <a:r>
              <a:rPr lang="en-US" dirty="0"/>
              <a:t>SRIDHARSHAN S</a:t>
            </a:r>
            <a:r>
              <a:rPr lang="en-IN" dirty="0"/>
              <a:t> – 192412311</a:t>
            </a:r>
          </a:p>
          <a:p>
            <a:pPr marL="0" indent="0">
              <a:buNone/>
            </a:pPr>
            <a:r>
              <a:rPr lang="en-IN" dirty="0"/>
              <a:t>DINESH KUMAR S – 192313001</a:t>
            </a:r>
          </a:p>
          <a:p>
            <a:pPr marL="0" indent="0">
              <a:buNone/>
            </a:pPr>
            <a:r>
              <a:rPr lang="de-DE" dirty="0"/>
              <a:t>SARAVANA YOGESH M - 192412273</a:t>
            </a:r>
            <a:endParaRPr lang="en-US" dirty="0"/>
          </a:p>
        </p:txBody>
      </p:sp>
      <p:sp>
        <p:nvSpPr>
          <p:cNvPr id="7" name="Google Shape;18;p1">
            <a:extLst>
              <a:ext uri="{FF2B5EF4-FFF2-40B4-BE49-F238E27FC236}">
                <a16:creationId xmlns:a16="http://schemas.microsoft.com/office/drawing/2014/main" id="{3AC71C37-C6E3-4B11-916E-0D80BDED1005}"/>
              </a:ext>
            </a:extLst>
          </p:cNvPr>
          <p:cNvSpPr txBox="1"/>
          <p:nvPr/>
        </p:nvSpPr>
        <p:spPr>
          <a:xfrm>
            <a:off x="6963696" y="4382247"/>
            <a:ext cx="5075735" cy="9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Supervised by:</a:t>
            </a:r>
            <a:endParaRPr b="1" dirty="0"/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Course faculty :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Dr.V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JAYASUDHA</a:t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748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518" y="255034"/>
            <a:ext cx="10515600" cy="867097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57352" y="1768499"/>
            <a:ext cx="11545957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network continuously exchanges data in the form of packets.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these packets helps network administrators understand network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 problems.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 lightweight packet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 programming and 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libpcap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to inspect packet headers.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standard terminal-only sniffers, our project bridges low-level network packet capture with a modern, real-time web dashboard.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EEA1103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89535">
                <a:lnSpc>
                  <a:spcPts val="1240"/>
                </a:lnSpc>
              </a:pPr>
              <a:t>2</a:t>
            </a:fld>
            <a:endParaRPr spc="-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0FA82-9A53-B212-D4CC-B64746DE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9FC20D-F241-D455-4FD4-AA1E87536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72143" y="191626"/>
            <a:ext cx="10515600" cy="867097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F6C75E-5123-0A54-A936-82F2D92B91A6}"/>
              </a:ext>
            </a:extLst>
          </p:cNvPr>
          <p:cNvSpPr txBox="1"/>
          <p:nvPr/>
        </p:nvSpPr>
        <p:spPr>
          <a:xfrm>
            <a:off x="357352" y="1768499"/>
            <a:ext cx="11545957" cy="4506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network monitoring tools are often complex and require significant system resources. There is a need for a lightweight packet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demonstrates how network traffic can be captured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using the C programming language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live network packets using a custom C program.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Ethernet and IP headers to extract Source IPs, Destination IPs, and Packet Lengths.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packet logs efficiently for rapid data transfer.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packet details in a real-time, user-friendly graphical dashboard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3B5C24D-DB58-AA09-2B22-0A5173D223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07C6A01-8BE5-9118-4F9E-6B02EE802B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1A7B6D2-537F-5BB3-4C4B-2697B412691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EEA1103</a:t>
            </a: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E6D1CC2-4B8C-F3F4-8851-5DAC2C4DA58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89535">
                <a:lnSpc>
                  <a:spcPts val="1240"/>
                </a:lnSpc>
              </a:pPr>
              <a:t>3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76123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E1D1-62FA-E116-8B3F-CB719E04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333DDA-6672-9E64-4ECF-460377586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4910" y="191626"/>
            <a:ext cx="10515600" cy="867097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F3F1E7F-89CA-B8D5-5DEF-744C0180FE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A30C879-A1E0-5D44-FA08-FD505C7186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F606F8E-8776-EE08-CA48-AAE6C98686A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EEA1103</a:t>
            </a: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4666DE-CC61-FAF9-1D26-FF9D9B47186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89535">
                <a:lnSpc>
                  <a:spcPts val="1240"/>
                </a:lnSpc>
              </a:pPr>
              <a:t>4</a:t>
            </a:fld>
            <a:endParaRPr spc="-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9FED53-15FE-7EBA-39F3-53CADED40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50" y="1825625"/>
            <a:ext cx="9753600" cy="493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1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A198-19F7-0D59-E729-00449453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9C7941-FE9D-9F9B-D106-AB07D84DE2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72143" y="191626"/>
            <a:ext cx="10515600" cy="867097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Implementation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AC400C3-97EC-7A25-DC09-91AB39F66474}"/>
              </a:ext>
            </a:extLst>
          </p:cNvPr>
          <p:cNvSpPr txBox="1"/>
          <p:nvPr/>
        </p:nvSpPr>
        <p:spPr>
          <a:xfrm>
            <a:off x="357352" y="1768499"/>
            <a:ext cx="11545957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Environment Used: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Environment: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Subsystem for Linux (WSL) - Ubuntu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Programming: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Programming, GCC Compiler,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libpcap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Vanilla JavaScript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 HTTP Server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Concepts Applied: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Concepts: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Structures, Pointers, Functions, File Handling (JSON generation).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Concepts: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Networking APIs, Packet Header parsing.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Concepts: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Asynchronous fetch() requests and DOM manipulation.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805FFCA-9373-6AA2-CC33-121753A81F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A657BA-88A0-F87B-EFD6-FAC12C94C2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8B719F1-B019-29B9-E265-665D9598446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EEA1103</a:t>
            </a: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A6A9CE-115A-D983-69FF-5A3CFF18F58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89535">
                <a:lnSpc>
                  <a:spcPts val="1240"/>
                </a:lnSpc>
              </a:pPr>
              <a:t>5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1352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A1E7D-FBBB-5586-4D27-33870CA1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60F4A8-DA18-8C9A-B0C8-CA454F9898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4445" y="213423"/>
            <a:ext cx="10515600" cy="867097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661D8D3-E0BB-7B64-9091-C298C9550173}"/>
              </a:ext>
            </a:extLst>
          </p:cNvPr>
          <p:cNvSpPr txBox="1"/>
          <p:nvPr/>
        </p:nvSpPr>
        <p:spPr>
          <a:xfrm>
            <a:off x="357352" y="1768499"/>
            <a:ext cx="6023373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Terminal 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console logging displaying: Packet ID Captured: Source IP -&gt; Destination IP.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Silent, continuous generation of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traffic.json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file.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dark-themed, responsive web interface indicating "Live Monitoring".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display of the active Source IP Address and Destination IP Address.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tracking of the individual Packet Length (in Bytes).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high-speed counter tracking the Total Packets Processed during the session.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ABE8DAE-70C9-A68B-D17D-26D511813F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1D2EA04-CC1B-8576-E43B-8361CA758D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C214CEB-9C0C-CF1C-F73C-88263CF7AC9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EEA1103</a:t>
            </a: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81F2A0E-1997-70D3-CF3C-62BE48DD3CA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89535">
                <a:lnSpc>
                  <a:spcPts val="1240"/>
                </a:lnSpc>
              </a:pPr>
              <a:t>6</a:t>
            </a:fld>
            <a:endParaRPr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BFBCC-BAF3-8879-8401-D99F1028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106" y="2072654"/>
            <a:ext cx="5630248" cy="34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5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498A-62E0-F7C0-5A25-4A3153EA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B080B8-49E0-1883-A348-DBA6B46D7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352" y="213423"/>
            <a:ext cx="10515600" cy="867097"/>
          </a:xfrm>
          <a:prstGeom prst="rect">
            <a:avLst/>
          </a:prstGeom>
        </p:spPr>
        <p:txBody>
          <a:bodyPr vert="horz" wrap="square" lIns="0" tIns="188151" rIns="0" bIns="0" rtlCol="0">
            <a:spAutoFit/>
          </a:bodyPr>
          <a:lstStyle/>
          <a:p>
            <a:pPr marL="25908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4E7E693-A3A0-02DF-B672-0D52CF1AC771}"/>
              </a:ext>
            </a:extLst>
          </p:cNvPr>
          <p:cNvSpPr txBox="1"/>
          <p:nvPr/>
        </p:nvSpPr>
        <p:spPr>
          <a:xfrm>
            <a:off x="866172" y="1744972"/>
            <a:ext cx="5166976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real-time packet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libpcap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captures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network traffic and displays packet information dynamically.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applications of computer networking and C programming by linking system-level operations with web-based data visualization.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05CCCA5-259F-9B62-4855-A8CCBE2F7F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95A834E-2469-AE55-355A-0DCEBE8D0D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201F5890-84E7-A220-3628-94B0C1109D2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811130" y="6466777"/>
            <a:ext cx="56959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EEA1103</a:t>
            </a:r>
            <a:endParaRPr spc="-1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5E7DDC2-43CC-F113-6AC0-60AA472B7C9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821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9535">
              <a:lnSpc>
                <a:spcPts val="1240"/>
              </a:lnSpc>
            </a:pPr>
            <a:fld id="{81D60167-4931-47E6-BA6A-407CBD079E47}" type="slidenum">
              <a:rPr lang="en-IN" spc="-50" smtClean="0"/>
              <a:pPr marL="89535">
                <a:lnSpc>
                  <a:spcPts val="1240"/>
                </a:lnSpc>
              </a:pPr>
              <a:t>7</a:t>
            </a:fld>
            <a:endParaRPr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4E5FF-91E7-232C-B6BE-7A27029E4600}"/>
              </a:ext>
            </a:extLst>
          </p:cNvPr>
          <p:cNvSpPr txBox="1"/>
          <p:nvPr/>
        </p:nvSpPr>
        <p:spPr>
          <a:xfrm>
            <a:off x="6380725" y="1744972"/>
            <a:ext cx="51669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packet filtering to isolate specific TCP, UDP, or ICMP traffic.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live bandwidth traffic visualization using dynamic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 historical packet log table directly into the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Network Intrusion Detection capabilities to flag suspicious IPs.</a:t>
            </a:r>
          </a:p>
        </p:txBody>
      </p:sp>
    </p:spTree>
    <p:extLst>
      <p:ext uri="{BB962C8B-B14F-4D97-AF65-F5344CB8AC3E}">
        <p14:creationId xmlns:p14="http://schemas.microsoft.com/office/powerpoint/2010/main" val="31556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EB92-6930-4638-BA23-139A725D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69859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479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Problem Statement &amp; Objectives</vt:lpstr>
      <vt:lpstr>System Architecture</vt:lpstr>
      <vt:lpstr>Technologies &amp; Implementation</vt:lpstr>
      <vt:lpstr>Output</vt:lpstr>
      <vt:lpstr>Conclusion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 dharshan</dc:creator>
  <cp:lastModifiedBy>DINESH KUMAR S</cp:lastModifiedBy>
  <cp:revision>2</cp:revision>
  <dcterms:created xsi:type="dcterms:W3CDTF">2026-07-30T08:47:58Z</dcterms:created>
  <dcterms:modified xsi:type="dcterms:W3CDTF">2026-08-20T05:08:28Z</dcterms:modified>
</cp:coreProperties>
</file>